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48" r:id="rId2"/>
  </p:sldMasterIdLst>
  <p:sldIdLst>
    <p:sldId id="256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2" d="100"/>
          <a:sy n="62" d="100"/>
        </p:scale>
        <p:origin x="10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FD364-88F2-D353-CE6C-42185EAA6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F10631-8EE8-1106-4C7A-398BBA794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8C59A3-5146-7CC3-7DAB-8F0F49B0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184CB1-5CAD-E89E-0B72-60A2813D1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1B631D-6CC3-5D85-270F-8F61FC30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04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23910-2C41-7AF9-215E-4DDCDAFD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56340A-530D-59A3-999A-B010DE02F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08FAF3-9C7A-F21F-7FF7-86A8C97D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99417A-D548-E297-796A-A0542467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EBAA6F-2079-654E-D97D-34D5B471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0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3C346-140B-7CDC-B4F9-481220BF6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D3E16C-1F9B-3EFC-B3DB-8F6B9AB3F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201D77-E3A2-9715-0C92-676D2DF3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38F93B-E89B-31EA-3674-A956B8D3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9065C8-9390-90D9-0821-8E5D6571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4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DB72A-BF32-79EC-2202-983CEA3A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14E296-4D45-FD57-FD6C-9040BDC68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F6EEE4-991C-2C6E-B5E6-2AB32510C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A69D6F-0563-AB3B-D6CE-6B1D4BAA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700E53-1E51-37AD-A303-9472D5DB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1D4B3D-8966-4B9D-0336-E669E904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5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D8A45-3BE2-E15D-F4F4-253A3FB1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5E5CBC-EAF5-0B44-79C9-CF4D7B552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28DFA3-E39E-5781-E2ED-9A048CF09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7330E57-51ED-89DE-0ACD-9D2ECE995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C6F5279-CA9D-E704-D4C2-D961FC1E3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814CF23-3C59-ECCA-BC2E-80B47999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D32AFB-CD88-F8C7-EF18-7FCADCEA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71D46A0-0CE5-1BC7-342A-A3D08982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5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1B718-C75B-2337-9C3B-B61E4446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6E1FCC-2090-607E-C1D7-A3AF4B32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E9191F-CB3D-B747-A033-8DA39E0C6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BD8501-0C7B-8292-EC00-CB693942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0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E34091-EE72-BC0D-2BA1-31050F7A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1AB1EA-CA59-0ECB-9854-34032A0D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B90123-8C06-7729-7AB6-D1ED7F8E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2EFC8-7E9E-D7BA-856B-C9FFF81F0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43C81E-0EFB-EC3E-8BCB-0DCAA367C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D77B44-98E4-E1BF-40B3-923F516F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A526B4-DB50-C839-BDF2-34128049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C027F6-46AF-9C93-5BB2-1291134A1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6222C1-BB4B-F7D2-8FF2-99D0A2FF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4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6BCB8-459C-539E-B6D9-C9EC14A2D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C71B76-687B-B554-EA9C-D3B22BAD5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F3EF60-BA09-BDEA-9B74-96FD4DDD5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AF13BC-04C3-EEAD-8088-883B3C49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F1ED64-D162-C2A6-45F0-5E248B6F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F2F0BD-9ED0-9ADC-D7C5-6CF96147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9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36D37-5A8A-B972-E700-6C77334D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0AEC7E-5690-CCF6-2210-5A3BC9705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2B2F4C-2635-90DC-1117-5E9F708F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6E2EB-A2CF-74FE-DD44-923A2D8D1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5260F0-9254-DA1A-BCE7-B5CA9763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9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8C0DC4-9EB0-4BA8-2D33-41E68D547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57A357-8119-183F-BBCE-32F45E7EF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C0A8C0-BC4E-9765-CD56-1DF5D812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F56DD8-38E8-506F-BB93-3ED287EB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3AACF-0D44-1F9C-F4C5-EAA986FF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65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F206A-EBC5-1DB7-68A5-090F7F2A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E0D3F-74DF-BB34-413A-84B09F824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D32BEB-0770-E4CA-F8D9-7E840743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43047E-E243-F21E-88E9-4F7BC319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425953-857A-8123-6B30-00DEAE45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60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1ADF9-836D-5909-895F-EDA337AC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4EFA6E-4114-7B36-A31B-092E777C7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1ECF46-4CF6-7D15-05AD-698C51C4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9342-D8A8-4384-B9AA-67EA5BD1DBBA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9476A-66C0-7054-676D-3C20DC47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10CC62-5451-2CDE-9345-6A16C214E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A35D-E293-47D6-B6FF-A5784FE26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64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92F48-B4D6-1CC3-F86C-843D3E996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468EE-3B62-D18E-3258-9DCB3AB08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DD4B2C-8395-3264-D638-F545252A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9342-D8A8-4384-B9AA-67EA5BD1DBBA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ED73D5-6402-4DDD-E409-698E6A1B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62642C-2065-DB24-BBE3-ACDDAF7E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A35D-E293-47D6-B6FF-A5784FE26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E39B00-A704-8536-0DBA-26388384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653841-0727-9C24-26CC-2C398D587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997AC3-3363-0202-B0CD-7E665042B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133A5-2B86-4429-B7D0-BC036F8BFA18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B63EB2-047E-9FC8-F992-86ABF149A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171132-CD52-036E-F08F-0307DF356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10808-F4DA-4340-8C22-54E0A52BC3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1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AD11E9-B5FC-6290-DF9F-44F76BF2F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D909ED-923F-465A-A838-84F800ACF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130F24-AA9E-FC37-AC4C-3C3DF1757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89342-D8A8-4384-B9AA-67EA5BD1DBBA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217C55-3BA3-042B-9908-707B985DD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4BA47E-20DF-24E3-F107-0D6BC4EF2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8A35D-E293-47D6-B6FF-A5784FE266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5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201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54814C-F301-2C6B-4C49-DF31309CB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9283" y="707132"/>
            <a:ext cx="5469129" cy="2387600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Análisis de la Imagen Personal de Richard Carapaz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5F8985-7E2F-3DD6-9794-D98781D72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9283" y="5185072"/>
            <a:ext cx="5469127" cy="2201159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Nombre: Elvis Crespo Suarez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29284" y="3209925"/>
            <a:ext cx="1026271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85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Persona con casco en bicicleta en la calle&#10;&#10;Descripción generada automáticamente">
            <a:extLst>
              <a:ext uri="{FF2B5EF4-FFF2-40B4-BE49-F238E27FC236}">
                <a16:creationId xmlns:a16="http://schemas.microsoft.com/office/drawing/2014/main" id="{7B9F0287-B5A0-CADB-E640-EB88A46B8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" r="3545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497A19-1C16-7F74-3DC8-0F53EB6C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Forma de Vestir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79FE42-E460-6842-CE15-2B1B47E59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1609" y="3115228"/>
            <a:ext cx="3822189" cy="147773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buNone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Competencias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Entrenamientos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uniformes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ciclismo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aerodinámicos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generalmente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amarillo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rojo y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Equipamiento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casco,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gafas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sol,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guantes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zapatillas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especiales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735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Un grupo de personas sentadas&#10;&#10;Descripción generada automáticamente con confianza media">
            <a:extLst>
              <a:ext uri="{FF2B5EF4-FFF2-40B4-BE49-F238E27FC236}">
                <a16:creationId xmlns:a16="http://schemas.microsoft.com/office/drawing/2014/main" id="{0FD4F092-E6B8-8D1D-9554-8655FD19DE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1" b="8792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A57C37-EC38-D50D-09AE-B5CF05DA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 err="1">
                <a:solidFill>
                  <a:schemeClr val="bg1"/>
                </a:solidFill>
              </a:rPr>
              <a:t>Eventos</a:t>
            </a:r>
            <a:r>
              <a:rPr lang="en-US" sz="5000" dirty="0">
                <a:solidFill>
                  <a:schemeClr val="bg1"/>
                </a:solidFill>
              </a:rPr>
              <a:t> </a:t>
            </a:r>
            <a:r>
              <a:rPr lang="en-US" sz="5000" dirty="0" err="1">
                <a:solidFill>
                  <a:schemeClr val="bg1"/>
                </a:solidFill>
              </a:rPr>
              <a:t>Públicos</a:t>
            </a:r>
            <a:r>
              <a:rPr lang="en-US" sz="5000" dirty="0">
                <a:solidFill>
                  <a:schemeClr val="bg1"/>
                </a:solidFill>
              </a:rPr>
              <a:t> y </a:t>
            </a:r>
            <a:r>
              <a:rPr lang="en-US" sz="5000" dirty="0" err="1">
                <a:solidFill>
                  <a:schemeClr val="bg1"/>
                </a:solidFill>
              </a:rPr>
              <a:t>Entrevistas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9B81A2-EBFC-E839-DCEC-EB0FDB5BB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3502152"/>
            <a:ext cx="10506456" cy="267004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Fuera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competencias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 le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ropa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casual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deportiva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camisetas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chaquetas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jeans. En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eventos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formales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ha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visto con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camisas elegantes,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aunque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estilo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sencillo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cómodo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8822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8647A5-C0BF-DC7A-335B-03C88BB1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Redes Sociales</a:t>
            </a:r>
          </a:p>
        </p:txBody>
      </p:sp>
      <p:pic>
        <p:nvPicPr>
          <p:cNvPr id="5" name="Imagen 4" descr="Hombre parado enfrente de un pastel&#10;&#10;Descripción generada automáticamente con confianza media">
            <a:extLst>
              <a:ext uri="{FF2B5EF4-FFF2-40B4-BE49-F238E27FC236}">
                <a16:creationId xmlns:a16="http://schemas.microsoft.com/office/drawing/2014/main" id="{D58118B1-7B3D-463D-1AB9-71B1AA02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5" r="17953" b="-2"/>
          <a:stretch/>
        </p:blipFill>
        <p:spPr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938F81-4D5C-ED3D-2739-85071FB7E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5913" y="2719779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redes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sociales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proyecta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cercana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motivacional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inspiradora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vestimenta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varía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desde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deportiva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hasta casual.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Siempre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compartiendo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aspectos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entrenamiento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diaria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5090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9E3CCC-A81F-9149-B872-3E0105F9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Conclusión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322A6F-EDAB-844C-2FF2-FC9031D2F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Richard Carapaz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proyecta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multifacética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profesionalismo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humildad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Su forma de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vestir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paralenguaje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reflejan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dedicación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deporte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accesibilidad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pública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todos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escenarios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imagen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coherente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inspira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respeto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admiración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6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887434-6C5E-32BE-C165-86EDD1264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Análisis de TechnoMegaStore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96D7101-4518-AA96-DA94-AE637C930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29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AB8EDC3-1C0D-4505-A2C7-839A5161F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069E294-3813-4588-9E9C-AEA08F9C4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3BA4F-52A4-F872-3322-5DC453BCAD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049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4BC83D-CC39-B2D8-27CF-10D81EAE3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43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Investigación de la Empresa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755138-CD4B-B64B-E926-69F22377B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344" y="2013625"/>
            <a:ext cx="4018469" cy="4163337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Contexto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General:</a:t>
            </a:r>
          </a:p>
          <a:p>
            <a:pPr algn="just"/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TechnoMegaStore</a:t>
            </a:r>
            <a:endParaRPr lang="en-US" sz="2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País de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Operación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Ecuador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Tipo de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artículos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tecnológicos</a:t>
            </a:r>
            <a:endParaRPr lang="en-US" sz="2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Servicios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TechnoMegaStore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especializa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artículos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tecnológicos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computadoras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teléfonos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móviles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accesorios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electrónicos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electrodomésticos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y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servicios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soporte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técnico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026" name="Picture 2" descr="TecnoMega Store | Tienda de tecnología en linea">
            <a:extLst>
              <a:ext uri="{FF2B5EF4-FFF2-40B4-BE49-F238E27FC236}">
                <a16:creationId xmlns:a16="http://schemas.microsoft.com/office/drawing/2014/main" id="{EF1A1EC0-AF5F-16AC-074A-7523C74CE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3" r="1905" b="2"/>
          <a:stretch/>
        </p:blipFill>
        <p:spPr bwMode="auto">
          <a:xfrm>
            <a:off x="6101338" y="2015168"/>
            <a:ext cx="5283866" cy="4210442"/>
          </a:xfrm>
          <a:custGeom>
            <a:avLst/>
            <a:gdLst/>
            <a:ahLst/>
            <a:cxnLst/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518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6EA055-C056-B578-287A-FA41022C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Análisis de la Imagen Empresarial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AB1FEE-4BE7-6700-4ECC-99DC22911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5118" y="1995487"/>
            <a:ext cx="10038681" cy="4436291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Imagen ante la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Comunidad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buNone/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TechnoMegaStore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proyecta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imagen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moderna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tecnológica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posicionándose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líder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sector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artículos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tecnológicos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Ecuador. Su imagen es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confiable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innovadora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accesible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que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ofrece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competitivos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Misión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Visión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Valores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Corporativos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Proporcionar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tecnológicos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sus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ofreciendo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servicio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excepcional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experiencia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única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Convertirse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tienda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líder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mercado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ecuatoriano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tecnología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reconocida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compromiso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satisfacción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Valores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Corporativos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Constantemente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nuevas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mejorar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servicios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Calidad: Se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comprometen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ofrecer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Servicio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satisfacción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Responsabilidad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Social: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Están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comprometidos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bienestar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medio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ambiente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Colores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Representan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la </a:t>
            </a: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corporativos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TechnoMegaStore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son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blanco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que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confianza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profesionalismo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modernidad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65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ínea de carros de la compra">
            <a:extLst>
              <a:ext uri="{FF2B5EF4-FFF2-40B4-BE49-F238E27FC236}">
                <a16:creationId xmlns:a16="http://schemas.microsoft.com/office/drawing/2014/main" id="{7A73651F-4A99-9DF3-1CCB-5A7AB2A811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837" b="7894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6B2BBB-6497-0BF6-6C68-BFC14D75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Actividades de la Empresa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A2F068-4F49-D902-4CEA-DF5A916E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3502152"/>
            <a:ext cx="10506456" cy="267004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Empresariales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TechnoMegaStore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dedica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principalmente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amplia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tecnológicos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Ofrecen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experiencia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línea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tiendas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físicas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 un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enfoque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accesibilidad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ante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Comunidad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Programas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Donación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Donación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equipos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tecnológicos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escuelas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comunidades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necesitadas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Talleres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Capacitaciones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Ofrecen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talleres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gratuitos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tecnología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5070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DC95FA9-076A-421D-93A3-9C29819EB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6C8D94-3813-4D93-A6A7-A97EFFBCF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94673D-8563-4993-8E86-6D89D6E97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8906114-25F0-4386-BC12-A5CB6A04F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9434651-094A-4780-979E-29A3042F5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5BDC44-59B0-48DF-871F-0881BB593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18FCF5-B341-43DF-A055-DC56EA920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9408E04-9221-499E-B0F3-3AFD9025F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7B1604-40F1-4335-8A11-6091E0F52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09456A0-2D6F-D702-CFF4-E09C3C7E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875" y="630935"/>
            <a:ext cx="7315200" cy="2912366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Conclusión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00467E-A507-4BEF-AAB5-2B35F13FA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BCCBFD-2A87-46DC-A665-6039BF72D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707DB8-2262-4E11-B8E7-A0042E439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DCA04D0-796D-4920-BED4-627870868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8B0366-955C-44C5-B011-378E1994D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8F216F-4DA3-4165-A786-E7F2710B8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5E35C12-B6B4-4F57-950C-6EB3CD8F4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14810E-84F3-4F8A-AF58-F452B9815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687E051-F20C-4A55-AEDD-ED9B2D996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F834F70-7A0E-4202-8ECC-5EE81C93C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2993E0E-3E7B-48D8-A799-39FECD3E1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B12773A-5C03-4DD5-B9B4-24F4A429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9CA9AA-31D0-B226-7AB9-7A48D4B63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6875" y="3726352"/>
            <a:ext cx="7315200" cy="253154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1800" dirty="0" err="1">
                <a:solidFill>
                  <a:schemeClr val="bg1"/>
                </a:solidFill>
              </a:rPr>
              <a:t>TechnoMegaStore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proyecta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una</a:t>
            </a:r>
            <a:r>
              <a:rPr lang="en-US" sz="1800" dirty="0">
                <a:solidFill>
                  <a:schemeClr val="bg1"/>
                </a:solidFill>
              </a:rPr>
              <a:t> imagen </a:t>
            </a:r>
            <a:r>
              <a:rPr lang="en-US" sz="1800" dirty="0" err="1">
                <a:solidFill>
                  <a:schemeClr val="bg1"/>
                </a:solidFill>
              </a:rPr>
              <a:t>sólida</a:t>
            </a:r>
            <a:r>
              <a:rPr lang="en-US" sz="1800" dirty="0">
                <a:solidFill>
                  <a:schemeClr val="bg1"/>
                </a:solidFill>
              </a:rPr>
              <a:t> y </a:t>
            </a:r>
            <a:r>
              <a:rPr lang="en-US" sz="1800" dirty="0" err="1">
                <a:solidFill>
                  <a:schemeClr val="bg1"/>
                </a:solidFill>
              </a:rPr>
              <a:t>confiable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</a:t>
            </a:r>
            <a:r>
              <a:rPr lang="en-US" sz="1800" dirty="0">
                <a:solidFill>
                  <a:schemeClr val="bg1"/>
                </a:solidFill>
              </a:rPr>
              <a:t> mercado </a:t>
            </a:r>
            <a:r>
              <a:rPr lang="en-US" sz="1800" dirty="0" err="1">
                <a:solidFill>
                  <a:schemeClr val="bg1"/>
                </a:solidFill>
              </a:rPr>
              <a:t>ecuatoriano</a:t>
            </a:r>
            <a:r>
              <a:rPr lang="en-US" sz="1800" dirty="0">
                <a:solidFill>
                  <a:schemeClr val="bg1"/>
                </a:solidFill>
              </a:rPr>
              <a:t> de </a:t>
            </a:r>
            <a:r>
              <a:rPr lang="en-US" sz="1800" dirty="0" err="1">
                <a:solidFill>
                  <a:schemeClr val="bg1"/>
                </a:solidFill>
              </a:rPr>
              <a:t>tecnología</a:t>
            </a:r>
            <a:r>
              <a:rPr lang="en-US" sz="1800" dirty="0">
                <a:solidFill>
                  <a:schemeClr val="bg1"/>
                </a:solidFill>
              </a:rPr>
              <a:t>. Sus </a:t>
            </a:r>
            <a:r>
              <a:rPr lang="en-US" sz="1800" dirty="0" err="1">
                <a:solidFill>
                  <a:schemeClr val="bg1"/>
                </a:solidFill>
              </a:rPr>
              <a:t>valores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corporativos</a:t>
            </a:r>
            <a:r>
              <a:rPr lang="en-US" sz="1800" dirty="0">
                <a:solidFill>
                  <a:schemeClr val="bg1"/>
                </a:solidFill>
              </a:rPr>
              <a:t> de </a:t>
            </a:r>
            <a:r>
              <a:rPr lang="en-US" sz="1800" dirty="0" err="1">
                <a:solidFill>
                  <a:schemeClr val="bg1"/>
                </a:solidFill>
              </a:rPr>
              <a:t>innovación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calidad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servicio</a:t>
            </a:r>
            <a:r>
              <a:rPr lang="en-US" sz="1800" dirty="0">
                <a:solidFill>
                  <a:schemeClr val="bg1"/>
                </a:solidFill>
              </a:rPr>
              <a:t> al </a:t>
            </a:r>
            <a:r>
              <a:rPr lang="en-US" sz="1800" dirty="0" err="1">
                <a:solidFill>
                  <a:schemeClr val="bg1"/>
                </a:solidFill>
              </a:rPr>
              <a:t>cliente</a:t>
            </a:r>
            <a:r>
              <a:rPr lang="en-US" sz="1800" dirty="0">
                <a:solidFill>
                  <a:schemeClr val="bg1"/>
                </a:solidFill>
              </a:rPr>
              <a:t> y </a:t>
            </a:r>
            <a:r>
              <a:rPr lang="en-US" sz="1800" dirty="0" err="1">
                <a:solidFill>
                  <a:schemeClr val="bg1"/>
                </a:solidFill>
              </a:rPr>
              <a:t>responsabilidad</a:t>
            </a:r>
            <a:r>
              <a:rPr lang="en-US" sz="1800" dirty="0">
                <a:solidFill>
                  <a:schemeClr val="bg1"/>
                </a:solidFill>
              </a:rPr>
              <a:t> social, junto con sus </a:t>
            </a:r>
            <a:r>
              <a:rPr lang="en-US" sz="1800" dirty="0" err="1">
                <a:solidFill>
                  <a:schemeClr val="bg1"/>
                </a:solidFill>
              </a:rPr>
              <a:t>actividades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empresariales</a:t>
            </a:r>
            <a:r>
              <a:rPr lang="en-US" sz="1800" dirty="0">
                <a:solidFill>
                  <a:schemeClr val="bg1"/>
                </a:solidFill>
              </a:rPr>
              <a:t> y </a:t>
            </a:r>
            <a:r>
              <a:rPr lang="en-US" sz="1800" dirty="0" err="1">
                <a:solidFill>
                  <a:schemeClr val="bg1"/>
                </a:solidFill>
              </a:rPr>
              <a:t>comunitarias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refuerzan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posición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como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líder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</a:t>
            </a:r>
            <a:r>
              <a:rPr lang="en-US" sz="1800" dirty="0">
                <a:solidFill>
                  <a:schemeClr val="bg1"/>
                </a:solidFill>
              </a:rPr>
              <a:t> sector.</a:t>
            </a:r>
          </a:p>
        </p:txBody>
      </p:sp>
    </p:spTree>
    <p:extLst>
      <p:ext uri="{BB962C8B-B14F-4D97-AF65-F5344CB8AC3E}">
        <p14:creationId xmlns:p14="http://schemas.microsoft.com/office/powerpoint/2010/main" val="2519085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C2829B-51CB-71A2-F7F7-517DA4D0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Referencias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053050-349E-2C71-000D-57E79DC6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Smith, J. (2020). Richard Carapaz: Un ciclista excepcional. Editorial Deportiva. Gómez, P. (2021). Entrevista con Richard Carapaz. Revista Ciclismo.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13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605</Words>
  <Application>Microsoft Office PowerPoint</Application>
  <PresentationFormat>Panorámica</PresentationFormat>
  <Paragraphs>41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Tema de Office</vt:lpstr>
      <vt:lpstr>Análisis de la Imagen Personal de Richard Carapaz</vt:lpstr>
      <vt:lpstr>Forma de Vestir</vt:lpstr>
      <vt:lpstr>Eventos Públicos y Entrevistas</vt:lpstr>
      <vt:lpstr>Redes Sociales</vt:lpstr>
      <vt:lpstr>Conclusión</vt:lpstr>
      <vt:lpstr>Análisis de TechnoMegaStore</vt:lpstr>
      <vt:lpstr>Investigación de la Empresa</vt:lpstr>
      <vt:lpstr>Análisis de la Imagen Empresarial</vt:lpstr>
      <vt:lpstr>Actividades de la Empresa</vt:lpstr>
      <vt:lpstr>Conclusión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 ALEXANDER CRESPO SUAREZ</dc:creator>
  <cp:lastModifiedBy>ELVIS ALEXANDER CRESPO SUAREZ</cp:lastModifiedBy>
  <cp:revision>2</cp:revision>
  <dcterms:created xsi:type="dcterms:W3CDTF">2024-07-23T00:17:15Z</dcterms:created>
  <dcterms:modified xsi:type="dcterms:W3CDTF">2024-07-23T00:48:48Z</dcterms:modified>
</cp:coreProperties>
</file>